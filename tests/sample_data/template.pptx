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63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attendees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E417-AC9D-3356-FA2A-318F3CA3E1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O,o,o,o</a:t>
            </a:r>
            <a:endParaRPr lang="en-S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CCCAF6-5383-E923-B9A6-B085D26188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5295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absentees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attendees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absentees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attendees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absentees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61</Words>
  <Application>Microsoft Office PowerPoint</Application>
  <PresentationFormat>On-screen Show (4:3)</PresentationFormat>
  <Paragraphs>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O,o,o,o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Work</cp:lastModifiedBy>
  <cp:revision>2</cp:revision>
  <dcterms:created xsi:type="dcterms:W3CDTF">2013-01-27T09:14:16Z</dcterms:created>
  <dcterms:modified xsi:type="dcterms:W3CDTF">2026-06-22T11:41:07Z</dcterms:modified>
  <cp:category/>
</cp:coreProperties>
</file>