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attendees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absentees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attendees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absentees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attendees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absentees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