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E grade attendees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ME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{{name}}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{{title}}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E grade absentees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ME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{{name}}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{{title}}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M grade attendees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ME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{{name}}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{{title}}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M grade absentees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ME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{{name}}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{{title}}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F grade attendees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ME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{{name}}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{{title}}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F grade absentees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ME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{{name}}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{{title}}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