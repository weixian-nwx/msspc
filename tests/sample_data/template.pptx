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8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1594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2860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/>
              <a:t>E grade attendees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F57B1E0-5715-ED26-9457-362E8AD0634D}"/>
              </a:ext>
            </a:extLst>
          </p:cNvPr>
          <p:cNvSpPr/>
          <p:nvPr/>
        </p:nvSpPr>
        <p:spPr>
          <a:xfrm>
            <a:off x="1081548" y="648929"/>
            <a:ext cx="3982065" cy="1258529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SG" dirty="0"/>
              <a:t>name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E9FC97A-DECC-C6B1-6317-4CEF2879EB96}"/>
              </a:ext>
            </a:extLst>
          </p:cNvPr>
          <p:cNvSpPr/>
          <p:nvPr/>
        </p:nvSpPr>
        <p:spPr>
          <a:xfrm>
            <a:off x="1160206" y="2546555"/>
            <a:ext cx="3982065" cy="1258529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SG" dirty="0"/>
              <a:t>title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60E88F6-7BF8-B5F7-F5D3-C647337C49C4}"/>
              </a:ext>
            </a:extLst>
          </p:cNvPr>
          <p:cNvSpPr/>
          <p:nvPr/>
        </p:nvSpPr>
        <p:spPr>
          <a:xfrm>
            <a:off x="1268360" y="4562168"/>
            <a:ext cx="3982065" cy="1258529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SG"/>
              <a:t>BU</a:t>
            </a:r>
          </a:p>
        </p:txBody>
      </p:sp>
    </p:spTree>
    <p:extLst>
      <p:ext uri="{BB962C8B-B14F-4D97-AF65-F5344CB8AC3E}">
        <p14:creationId xmlns:p14="http://schemas.microsoft.com/office/powerpoint/2010/main" val="21631127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ME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/>
              <a:t>{{name}}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914400" y="292608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/>
              <a:t>{{title}}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2860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/>
              <a:t>E grade absentees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ME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/>
              <a:t>{{name}}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914400" y="292608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/>
              <a:t>{{title}}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2860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/>
              <a:t>M grade attendees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ME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/>
              <a:t>{{name}}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914400" y="292608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/>
              <a:t>{{title}}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2860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/>
              <a:t>M grade absentees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ME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/>
              <a:t>{{name}}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914400" y="292608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/>
              <a:t>{{title}}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2860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/>
              <a:t>F grade attendees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ME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/>
              <a:t>{{name}}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914400" y="292608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/>
              <a:t>{{title}}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2860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/>
              <a:t>F grade absentees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ME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/>
              <a:t>{{name}}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914400" y="292608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/>
              <a:t>{{title}}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57</Words>
  <Application>Microsoft Office PowerPoint</Application>
  <PresentationFormat>On-screen Show (4:3)</PresentationFormat>
  <Paragraphs>21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Wei Xian</cp:lastModifiedBy>
  <cp:revision>4</cp:revision>
  <dcterms:created xsi:type="dcterms:W3CDTF">2013-01-27T09:14:16Z</dcterms:created>
  <dcterms:modified xsi:type="dcterms:W3CDTF">2026-06-29T08:10:36Z</dcterms:modified>
  <cp:category/>
</cp:coreProperties>
</file>