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attendees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E grade absentees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attendees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M grade absentees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attendees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/>
              <a:t>F grade absentees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NAME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/>
              <a:t>{{name}}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{{title}}</a:t>
            </a:r>
          </a:p>
        </p:txBody>
      </p:sp>
      <p:sp>
        <p:nvSpPr>
          <p:cNvPr id="4" name="BU"/>
          <p:cNvSpPr txBox="1"/>
          <p:nvPr/>
        </p:nvSpPr>
        <p:spPr>
          <a:xfrm>
            <a:off x="914400" y="384048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/>
              <a:t>{{bu}}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