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7" r:id="rId5"/>
    <p:sldId id="368" r:id="rId6"/>
    <p:sldId id="375" r:id="rId7"/>
    <p:sldId id="377" r:id="rId8"/>
    <p:sldId id="376" r:id="rId9"/>
    <p:sldId id="378" r:id="rId10"/>
    <p:sldId id="380" r:id="rId11"/>
    <p:sldId id="379" r:id="rId12"/>
    <p:sldId id="374" r:id="rId13"/>
    <p:sldId id="352" r:id="rId1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4141E"/>
    <a:srgbClr val="000000"/>
    <a:srgbClr val="FA9604"/>
    <a:srgbClr val="F2D8D8"/>
    <a:srgbClr val="00609A"/>
    <a:srgbClr val="FCB040"/>
    <a:srgbClr val="FFD79C"/>
    <a:srgbClr val="D6CA83"/>
    <a:srgbClr val="E30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7BB81-ACCD-4636-9886-B7537C87DE57}" v="235" dt="2025-07-14T03:18:46.126"/>
    <p1510:client id="{B824887B-9252-AA33-6D95-45ABF15B2D8E}" v="1" dt="2025-07-14T03:19:37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E95DE-177D-401D-BD85-53FC56DE1457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CEAD8-C44C-47C0-805A-DC067711AF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79C50-389F-4601-A261-71505E933D99}" type="datetimeFigureOut">
              <a:rPr lang="en-US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923EE-A47D-42CE-B768-886DBE82CA71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https://www.shutterstock.com/image-photo/bright-fireworks-on-dark-background-1133537669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923EE-A47D-42CE-B768-886DBE82CA71}" type="slidenum">
              <a:r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228" y="280059"/>
            <a:ext cx="2307930" cy="693124"/>
          </a:xfrm>
          <a:prstGeom prst="rect">
            <a:avLst/>
          </a:prstGeom>
        </p:spPr>
      </p:pic>
      <p:sp>
        <p:nvSpPr>
          <p:cNvPr id="12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820" y="4686300"/>
            <a:ext cx="5504906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464819" y="1999704"/>
            <a:ext cx="6562997" cy="101566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This is over slide option 3, title font is Arial Black in 30pt 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4819" y="3050810"/>
            <a:ext cx="7274923" cy="369332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add subtitle, date or presenter’s name, use font Arial in 18pt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9142223" cy="5143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417" y="288471"/>
            <a:ext cx="2349646" cy="705652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55253" y="1283264"/>
            <a:ext cx="4992481" cy="1622425"/>
          </a:xfrm>
        </p:spPr>
        <p:txBody>
          <a:bodyPr>
            <a:normAutofit/>
          </a:bodyPr>
          <a:lstStyle>
            <a:lvl1pPr marL="0" indent="0">
              <a:buNone/>
              <a:defRPr sz="3000" baseline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/>
              <a:t>This is divider slide option 1, title font is Arial Black in 30pt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4820" y="4686300"/>
            <a:ext cx="5504906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" y="0"/>
            <a:ext cx="9142223" cy="5143500"/>
          </a:xfrm>
          <a:prstGeom prst="rect">
            <a:avLst/>
          </a:prstGeom>
        </p:spPr>
      </p:pic>
      <p:sp>
        <p:nvSpPr>
          <p:cNvPr id="10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55253" y="1290638"/>
            <a:ext cx="5213707" cy="1622425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300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This is divider slide option 2, title font is Arial Black in 30pt</a:t>
            </a:r>
          </a:p>
          <a:p>
            <a:pPr lvl="0"/>
            <a:endParaRPr lang="en-US"/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4820" y="4686300"/>
            <a:ext cx="5504906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417" y="288471"/>
            <a:ext cx="2349646" cy="7056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5144" y="4757426"/>
            <a:ext cx="2156898" cy="205383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rgbClr val="E306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Remember to classify your document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76620" y="4749806"/>
            <a:ext cx="727529" cy="205383"/>
          </a:xfrm>
        </p:spPr>
        <p:txBody>
          <a:bodyPr/>
          <a:lstStyle>
            <a:lvl1pPr algn="l">
              <a:defRPr>
                <a:solidFill>
                  <a:srgbClr val="EC47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C766537-94F2-A24E-B020-2BCDC9CD5735}" type="slidenum">
              <a:rPr lang="en-US" smtClean="0"/>
              <a:t>‹#›</a:t>
            </a:fld>
            <a:r>
              <a:rPr lang="en-US"/>
              <a:t>   |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80" y="689607"/>
            <a:ext cx="8409240" cy="764879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2000" baseline="0">
                <a:solidFill>
                  <a:srgbClr val="404040"/>
                </a:solidFill>
              </a:defRPr>
            </a:lvl1pPr>
          </a:lstStyle>
          <a:p>
            <a:r>
              <a:rPr lang="en-US"/>
              <a:t>This is a content page, click to add title, title font is Arial Black in 20pt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6620" y="452298"/>
            <a:ext cx="4342765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baseline="0">
                <a:solidFill>
                  <a:srgbClr val="E30613"/>
                </a:solidFill>
              </a:defRPr>
            </a:lvl1pPr>
          </a:lstStyle>
          <a:p>
            <a:pPr lvl="0"/>
            <a:r>
              <a:rPr lang="en-US"/>
              <a:t>Click to add section title – section title font is Arial in 12pt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76238" y="1463888"/>
            <a:ext cx="8406382" cy="1374735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2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your content – use Arial font and keep font size at 18pt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o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25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E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63AD047-6E38-AAB8-F1A6-9F6E59FE8D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596300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2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2CDF5D-B23F-A08D-5621-94BCBE8272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2CDF5D-B23F-A08D-5621-94BCBE8272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C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2CDF5D-B23F-A08D-5621-94BCBE8272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2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M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1DC7F85-DF13-ABF8-46B3-089EB0A4A6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596300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9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3" name="Picture 2" descr="A black background with white text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L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1DC7F85-DF13-ABF8-46B3-089EB0A4A6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596300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11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Absent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1DC7F85-DF13-ABF8-46B3-089EB0A4A6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596300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93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Abs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3" name="Picture 2" descr="A black background with white text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39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228" y="280059"/>
            <a:ext cx="2307930" cy="693124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64819" y="1999704"/>
            <a:ext cx="7111637" cy="101566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This is over slide option 1, </a:t>
            </a:r>
            <a:br>
              <a:rPr lang="en-US"/>
            </a:br>
            <a:r>
              <a:rPr lang="en-US"/>
              <a:t>title font is Arial Black in 30pt 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4819" y="3050810"/>
            <a:ext cx="7274923" cy="369332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add subtitle, date or presenter’s name, use font Arial in 18pt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820" y="4686300"/>
            <a:ext cx="5504906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</p:spTree>
    <p:extLst>
      <p:ext uri="{BB962C8B-B14F-4D97-AF65-F5344CB8AC3E}">
        <p14:creationId xmlns:p14="http://schemas.microsoft.com/office/powerpoint/2010/main" val="335546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95CC7-F421-4846-8514-5EF2179AD165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8" r:id="rId4"/>
    <p:sldLayoutId id="2147483668" r:id="rId5"/>
    <p:sldLayoutId id="2147483666" r:id="rId6"/>
    <p:sldLayoutId id="2147483660" r:id="rId7"/>
    <p:sldLayoutId id="2147483672" r:id="rId8"/>
    <p:sldLayoutId id="2147483673" r:id="rId9"/>
    <p:sldLayoutId id="2147483667" r:id="rId10"/>
    <p:sldLayoutId id="2147483664" r:id="rId11"/>
    <p:sldLayoutId id="2147483669" r:id="rId12"/>
    <p:sldLayoutId id="2147483670" r:id="rId13"/>
    <p:sldLayoutId id="2147483674" r:id="rId14"/>
    <p:sldLayoutId id="2147483671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/>
          <p:cNvSpPr>
            <a:spLocks noGrp="1"/>
          </p:cNvSpPr>
          <p:nvPr/>
        </p:nvSpPr>
        <p:spPr>
          <a:xfrm>
            <a:off x="2286051" y="2730925"/>
            <a:ext cx="4785694" cy="8925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7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3200" b="1" err="1">
                <a:solidFill>
                  <a:schemeClr val="bg1">
                    <a:lumMod val="95000"/>
                  </a:schemeClr>
                </a:solidFill>
                <a:cs typeface="Arial" panose="020B0604020202020204"/>
              </a:rPr>
              <a:t>Mr</a:t>
            </a:r>
            <a:r>
              <a:rPr lang="en-US" sz="3200" b="1">
                <a:solidFill>
                  <a:schemeClr val="bg1">
                    <a:lumMod val="95000"/>
                  </a:schemeClr>
                </a:solidFill>
                <a:cs typeface="Arial" panose="020B0604020202020204"/>
              </a:rPr>
              <a:t> Percival Goh</a:t>
            </a:r>
            <a:br>
              <a:rPr lang="en-US" sz="2000" b="1">
                <a:cs typeface="Arial" panose="020B0604020202020204"/>
              </a:rPr>
            </a:br>
            <a:r>
              <a:rPr lang="en-US" sz="2000">
                <a:solidFill>
                  <a:schemeClr val="bg1">
                    <a:lumMod val="75000"/>
                  </a:schemeClr>
                </a:solidFill>
                <a:cs typeface="Arial" panose="020B0604020202020204"/>
              </a:rPr>
              <a:t>EVP/Head, MSS LOB Grouping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62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80841F-582F-3F05-8971-C97E1AA6BD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6CB3A-9D41-F202-1E5A-D561782AD8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D1C4-54CF-9948-ECD3-1EE63EB6FE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758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88B836-9E03-349E-EC3F-F0529AC5C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D59D3-8B41-DE0A-72CD-B59B882181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B407A-A2BB-B7C7-861D-6A9A84539A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616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184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86DD41-94A0-04D3-E6F0-A1ABFEAF12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B0279-4EF1-47AC-2643-EE9F066B2E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CAC126-6E33-44C4-2C65-930DB57018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1518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055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19" y="270917"/>
            <a:ext cx="7111637" cy="1015663"/>
          </a:xfrm>
        </p:spPr>
        <p:txBody>
          <a:bodyPr>
            <a:normAutofit/>
          </a:bodyPr>
          <a:lstStyle/>
          <a:p>
            <a:r>
              <a:rPr lang="en-US" sz="2000">
                <a:latin typeface="Arial Black" panose="020B0A04020102020204"/>
              </a:rPr>
              <a:t>ST Engineering Mission Software &amp; Services</a:t>
            </a:r>
            <a:br>
              <a:rPr lang="en-US" sz="2000">
                <a:latin typeface="Arial Black" panose="020B0A04020102020204"/>
              </a:rPr>
            </a:br>
            <a:r>
              <a:rPr lang="en-US" sz="2000">
                <a:latin typeface="Arial Black" panose="020B0A04020102020204"/>
              </a:rPr>
              <a:t>Promotion Ceremony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2042" y="1304244"/>
            <a:ext cx="9144002" cy="385762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 Enginggering Presentation 2021">
      <a:dk1>
        <a:srgbClr val="404040"/>
      </a:dk1>
      <a:lt1>
        <a:srgbClr val="FFFFFF"/>
      </a:lt1>
      <a:dk2>
        <a:srgbClr val="545353"/>
      </a:dk2>
      <a:lt2>
        <a:srgbClr val="EEF0F2"/>
      </a:lt2>
      <a:accent1>
        <a:srgbClr val="A3C7D2"/>
      </a:accent1>
      <a:accent2>
        <a:srgbClr val="95B3DF"/>
      </a:accent2>
      <a:accent3>
        <a:srgbClr val="638DD4"/>
      </a:accent3>
      <a:accent4>
        <a:srgbClr val="48B9D3"/>
      </a:accent4>
      <a:accent5>
        <a:srgbClr val="687888"/>
      </a:accent5>
      <a:accent6>
        <a:srgbClr val="2EAF7D"/>
      </a:accent6>
      <a:hlink>
        <a:srgbClr val="E30613"/>
      </a:hlink>
      <a:folHlink>
        <a:srgbClr val="706F6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287ae17-83e5-4add-ac3c-daa6bc437384" xsi:nil="true"/>
    <lcf76f155ced4ddcb4097134ff3c332f xmlns="96689dca-38e2-4fdb-b62b-764cd9f2c945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C339C008951842B7CC8E888B2931A1" ma:contentTypeVersion="16" ma:contentTypeDescription="Create a new document." ma:contentTypeScope="" ma:versionID="d65be0ddef2704f1c68b48a9bce2c756">
  <xsd:schema xmlns:xsd="http://www.w3.org/2001/XMLSchema" xmlns:xs="http://www.w3.org/2001/XMLSchema" xmlns:p="http://schemas.microsoft.com/office/2006/metadata/properties" xmlns:ns1="http://schemas.microsoft.com/sharepoint/v3" xmlns:ns2="96689dca-38e2-4fdb-b62b-764cd9f2c945" xmlns:ns3="3287ae17-83e5-4add-ac3c-daa6bc437384" targetNamespace="http://schemas.microsoft.com/office/2006/metadata/properties" ma:root="true" ma:fieldsID="1edbddfe71bf09a73538d628644e88e2" ns1:_="" ns2:_="" ns3:_="">
    <xsd:import namespace="http://schemas.microsoft.com/sharepoint/v3"/>
    <xsd:import namespace="96689dca-38e2-4fdb-b62b-764cd9f2c945"/>
    <xsd:import namespace="3287ae17-83e5-4add-ac3c-daa6bc4373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689dca-38e2-4fdb-b62b-764cd9f2c9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0df6263-beb7-4e3d-b782-8d1ca9c8aa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87ae17-83e5-4add-ac3c-daa6bc43738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4c8b330-b24d-448e-a50f-a821170d26b5}" ma:internalName="TaxCatchAll" ma:showField="CatchAllData" ma:web="3287ae17-83e5-4add-ac3c-daa6bc4373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A30AB3-518C-4417-9102-57EB8E485515}">
  <ds:schemaRefs>
    <ds:schemaRef ds:uri="http://purl.org/dc/terms/"/>
    <ds:schemaRef ds:uri="3287ae17-83e5-4add-ac3c-daa6bc437384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96689dca-38e2-4fdb-b62b-764cd9f2c94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75D43AEA-130E-4B58-A38A-1557A460399B}">
  <ds:schemaRefs/>
</ds:datastoreItem>
</file>

<file path=customXml/itemProps3.xml><?xml version="1.0" encoding="utf-8"?>
<ds:datastoreItem xmlns:ds="http://schemas.openxmlformats.org/officeDocument/2006/customXml" ds:itemID="{C5D89E2F-29CA-4D71-9FC9-C1EC79B0ED0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33</Words>
  <Application>Microsoft Office PowerPoint</Application>
  <PresentationFormat>On-screen Show (16:9)</PresentationFormat>
  <Paragraphs>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 Engineering Mission Software &amp; Services Promotion Ceremony 2025</vt:lpstr>
    </vt:vector>
  </TitlesOfParts>
  <Company>STENGG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Yan, Yoana</dc:creator>
  <cp:lastModifiedBy>Wei Xian</cp:lastModifiedBy>
  <cp:revision>10</cp:revision>
  <dcterms:created xsi:type="dcterms:W3CDTF">2020-12-07T03:58:00Z</dcterms:created>
  <dcterms:modified xsi:type="dcterms:W3CDTF">2026-06-29T08:31:31Z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0x010100C9C339C008951842B7CC8E888B2931A1</vt:lpwstr>
  </property>
  <property fmtid="{D5CDD505-2E9C-101B-9397-08002B2CF9AE}" pid="3" name="MSIP_Label_a043ec3a-92eb-434b-bfcd-dd5fcd578c71_Enabled">
    <vt:lpwstr>true</vt:lpwstr>
  </property>
  <property fmtid="{D5CDD505-2E9C-101B-9397-08002B2CF9AE}" pid="4" name="MSIP_Label_a043ec3a-92eb-434b-bfcd-dd5fcd578c71_SetDate">
    <vt:lpwstr>2024-04-04T01:38:05Z</vt:lpwstr>
  </property>
  <property fmtid="{D5CDD505-2E9C-101B-9397-08002B2CF9AE}" pid="5" name="MSIP_Label_a043ec3a-92eb-434b-bfcd-dd5fcd578c71_Method">
    <vt:lpwstr>Privileged</vt:lpwstr>
  </property>
  <property fmtid="{D5CDD505-2E9C-101B-9397-08002B2CF9AE}" pid="6" name="MSIP_Label_a043ec3a-92eb-434b-bfcd-dd5fcd578c71_Name">
    <vt:lpwstr>Group_Unrestricted</vt:lpwstr>
  </property>
  <property fmtid="{D5CDD505-2E9C-101B-9397-08002B2CF9AE}" pid="7" name="MSIP_Label_a043ec3a-92eb-434b-bfcd-dd5fcd578c71_SiteId">
    <vt:lpwstr>82fac8d8-49c2-492d-9f67-7d9e5b66144e</vt:lpwstr>
  </property>
  <property fmtid="{D5CDD505-2E9C-101B-9397-08002B2CF9AE}" pid="8" name="MSIP_Label_a043ec3a-92eb-434b-bfcd-dd5fcd578c71_ActionId">
    <vt:lpwstr>86198c46-bf39-4c8b-b614-128d17aeb311</vt:lpwstr>
  </property>
  <property fmtid="{D5CDD505-2E9C-101B-9397-08002B2CF9AE}" pid="9" name="MSIP_Label_a043ec3a-92eb-434b-bfcd-dd5fcd578c71_ContentBits">
    <vt:lpwstr>0</vt:lpwstr>
  </property>
  <property fmtid="{D5CDD505-2E9C-101B-9397-08002B2CF9AE}" pid="10" name="MediaServiceImageTags">
    <vt:lpwstr/>
  </property>
  <property fmtid="{D5CDD505-2E9C-101B-9397-08002B2CF9AE}" pid="11" name="ICV">
    <vt:lpwstr>32370045E12647ADB8455384EE05EBAB_12</vt:lpwstr>
  </property>
  <property fmtid="{D5CDD505-2E9C-101B-9397-08002B2CF9AE}" pid="12" name="KSOProductBuildVer">
    <vt:lpwstr>1033-12.2.0.13472</vt:lpwstr>
  </property>
</Properties>
</file>